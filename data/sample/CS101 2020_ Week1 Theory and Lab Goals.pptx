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b442d1038_10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b442d1038_10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a29fbd9c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a29fbd9c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b41c1a113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ab41c1a113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29fbd9c6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29fbd9c6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29fbd9c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29fbd9c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cs101-2020" TargetMode="External"/><Relationship Id="rId4" Type="http://schemas.openxmlformats.org/officeDocument/2006/relationships/hyperlink" Target="https://bit.ly/cs101-week1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cs101@cse.iitb.ac.i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s101.bodhi.cse.iitb.ac.i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s101.bodhi.cse.iitb.ac.in/" TargetMode="External"/><Relationship Id="rId4" Type="http://schemas.openxmlformats.org/officeDocument/2006/relationships/hyperlink" Target="https://bit.ly/cs101-week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s101.bodhi.cse.iitb.ac.in/" TargetMode="External"/><Relationship Id="rId4" Type="http://schemas.openxmlformats.org/officeDocument/2006/relationships/hyperlink" Target="https://bit.ly/cs101-week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CS101 2020: Week1 Theory and Lab Goals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6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Bhaskaran Raman (D1 and D2)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Kameswari Chebrolu (D3 and D4)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42875"/>
            <a:ext cx="8697900" cy="41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solidFill>
                  <a:schemeClr val="dk1"/>
                </a:solidFill>
              </a:rPr>
              <a:t>Master link for all info: </a:t>
            </a:r>
            <a:r>
              <a:rPr lang="en" sz="2800" u="sng">
                <a:solidFill>
                  <a:schemeClr val="hlink"/>
                </a:solidFill>
                <a:hlinkClick r:id="rId3"/>
              </a:rPr>
              <a:t>https://bit.ly/cs101-2020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solidFill>
                  <a:schemeClr val="dk1"/>
                </a:solidFill>
              </a:rPr>
              <a:t>Link for week-1 material: </a:t>
            </a:r>
            <a:r>
              <a:rPr lang="en" sz="2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https://bit.ly/cs101-week1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Each student is assigned a TA (Teaching Assistant)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For both theory and lab: please take</a:t>
            </a:r>
            <a:r>
              <a:rPr b="1" lang="en" sz="2800"/>
              <a:t> </a:t>
            </a:r>
            <a:r>
              <a:rPr b="1" lang="en" sz="2800">
                <a:solidFill>
                  <a:srgbClr val="0000FF"/>
                </a:solidFill>
              </a:rPr>
              <a:t>HELP</a:t>
            </a:r>
            <a:r>
              <a:rPr lang="en" sz="2800"/>
              <a:t> from instructor/TA during scheduled interaction sessions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Join MSTeams team as per your division: D1: 1xvsgxi, D2: ryy6tja, D3: b7907a1, D4: 8849okg</a:t>
            </a:r>
            <a:endParaRPr b="1" sz="2800"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72425" y="542875"/>
            <a:ext cx="8937300" cy="41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Theory session s</a:t>
            </a:r>
            <a:r>
              <a:rPr lang="en" sz="2400">
                <a:solidFill>
                  <a:schemeClr val="dk1"/>
                </a:solidFill>
              </a:rPr>
              <a:t>tructure:</a:t>
            </a:r>
            <a:endParaRPr sz="24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" sz="2200">
                <a:solidFill>
                  <a:schemeClr val="dk1"/>
                </a:solidFill>
              </a:rPr>
              <a:t>First 1.5 hour slot: instructor will be available to answer doubts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" sz="2200">
                <a:solidFill>
                  <a:schemeClr val="dk1"/>
                </a:solidFill>
              </a:rPr>
              <a:t>Second 1.5 hour slot: TA for first 45 min (personalized attention), instructor for next 45 min</a:t>
            </a:r>
            <a:endParaRPr sz="22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Lab session structure: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2 hours: TA will be available (personalized attention), instructor also available (additional doubts)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How to contact instructors: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Contact in-class as much as possible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Otherwise: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cs101@cse.iitb.ac.in</a:t>
            </a:r>
            <a:r>
              <a:rPr lang="en" sz="2200"/>
              <a:t>, +91-22-2576-7908 (Bhaskar), +91-22-2576-7976 (Kameswari)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Material on BodhiTree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All course material will be on the BodhiTree platform: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https://cs101.bodhi.cse.iitb.ac.in/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Login using IITB SSO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Week1 Theory Goals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through lecture videos and lecture slides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Preferably on BodhiTree: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https://cs101.bodhi.cse.iitb.ac.in/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any issue with BodhiTree login, see: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https://bit.ly/cs101-week1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Introduction to the course and a simple program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Repeat, input-output, and some basic commands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Program structure and syntax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About the spirit of the course, 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Week1 Lab Goals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 simplecpp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demos available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https://cs101.bodhi.cse.iitb.ac.in/</a:t>
            </a:r>
            <a:r>
              <a:rPr lang="en"/>
              <a:t> and at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https://bit.ly/cs101-week1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help from TA as necessary, during lab session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and run a program to print “Hello World”, as per the given demos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and run a program to draw a square, as per the given demos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